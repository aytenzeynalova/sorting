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3/11/2022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erge-sort-for-linked-list/" TargetMode="External"/><Relationship Id="rId2" Type="http://schemas.openxmlformats.org/officeDocument/2006/relationships/hyperlink" Target="https://www.geeksforgeeks.org/divide-and-conquer-introduction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erge-sort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Sorting algorithms</a:t>
            </a:r>
            <a:endParaRPr lang="az-Latn-A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Ayten Zeynalova</a:t>
            </a:r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358433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9291" y="903080"/>
            <a:ext cx="5947954" cy="246452"/>
          </a:xfrm>
        </p:spPr>
        <p:txBody>
          <a:bodyPr>
            <a:normAutofit fontScale="90000"/>
          </a:bodyPr>
          <a:lstStyle/>
          <a:p>
            <a:r>
              <a:rPr lang="az-Latn-AZ" dirty="0"/>
              <a:t>Selection Sort</a:t>
            </a:r>
            <a:br>
              <a:rPr lang="az-Latn-AZ" dirty="0"/>
            </a:br>
            <a:endParaRPr lang="az-Latn-A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1079863"/>
            <a:ext cx="8920237" cy="2246811"/>
          </a:xfrm>
        </p:spPr>
        <p:txBody>
          <a:bodyPr>
            <a:normAutofit lnSpcReduction="10000"/>
          </a:bodyPr>
          <a:lstStyle/>
          <a:p>
            <a:r>
              <a:rPr lang="az-Latn-AZ" dirty="0"/>
              <a:t>Seçmə çeşidləmə alqoritmi çeşidlənməmiş hissədən minimum elementi (artan sıranı nəzərə alaraq) təkrar-təkrar taparaq və onu əvvəlinə qoymaqla massivi çeşidləyir. Alqoritm verilmiş massivdə iki alt massiv saxlayır.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1) Artıq çeşidlənmiş alt massiv.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2) Çeşidlənməmiş qalan alt massiv.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Seçmə çeşidlənməsinin hər iterasiyasında çeşidlənməmiş alt massivdən minimum element (artan sıra nəzərə alınmaqla) seçilir və çeşidlənmiş alt massivə köçürülür. </a:t>
            </a:r>
            <a:r>
              <a:rPr lang="az-Latn-AZ" b="1" dirty="0"/>
              <a:t>Zaman Mürəkkəbliyi:</a:t>
            </a:r>
            <a:r>
              <a:rPr lang="az-Latn-AZ" dirty="0"/>
              <a:t> O(n </a:t>
            </a:r>
            <a:r>
              <a:rPr lang="az-Latn-AZ" baseline="30000" dirty="0"/>
              <a:t>2</a:t>
            </a:r>
            <a:r>
              <a:rPr lang="az-Latn-AZ" dirty="0"/>
              <a:t> ) çünki iki iç-içə döngə var</a:t>
            </a:r>
            <a:endParaRPr lang="az-Latn-A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9" y="3503457"/>
            <a:ext cx="10781212" cy="335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7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az-Latn-AZ" b="1" dirty="0"/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811383"/>
            <a:ext cx="10058400" cy="4833257"/>
          </a:xfrm>
        </p:spPr>
        <p:txBody>
          <a:bodyPr>
            <a:normAutofit fontScale="77500" lnSpcReduction="20000"/>
          </a:bodyPr>
          <a:lstStyle/>
          <a:p>
            <a:r>
              <a:rPr lang="az-Latn-AZ" dirty="0"/>
              <a:t>Bubble Sort, səhv qaydada olduqda, bitişik elementləri təkrar-təkrar dəyişdirməklə işləyən ən sadə çeşidləmə alqoritmidir.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Nümunə: </a:t>
            </a:r>
            <a:r>
              <a:rPr lang="az-Latn-AZ" dirty="0"/>
              <a:t>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Birinci keçid:</a:t>
            </a:r>
            <a:r>
              <a:rPr lang="az-Latn-AZ" dirty="0"/>
              <a:t>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 </a:t>
            </a:r>
            <a:r>
              <a:rPr lang="az-Latn-AZ" b="1" dirty="0"/>
              <a:t>5 1</a:t>
            </a:r>
            <a:r>
              <a:rPr lang="az-Latn-AZ" dirty="0"/>
              <a:t> 4 2 8 ) –&gt; ( </a:t>
            </a:r>
            <a:r>
              <a:rPr lang="az-Latn-AZ" b="1" dirty="0"/>
              <a:t>1 5</a:t>
            </a:r>
            <a:r>
              <a:rPr lang="az-Latn-AZ" dirty="0"/>
              <a:t> 4 2 8 ), Burada alqoritm ilk iki elementi müqayisə edir və 5 &gt; 1-dən sonra dəyişdirir.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( 1 </a:t>
            </a:r>
            <a:r>
              <a:rPr lang="az-Latn-AZ" b="1" dirty="0"/>
              <a:t>5 4</a:t>
            </a:r>
            <a:r>
              <a:rPr lang="az-Latn-AZ" dirty="0"/>
              <a:t> 2 8 ) –&gt; ( 1 </a:t>
            </a:r>
            <a:r>
              <a:rPr lang="az-Latn-AZ" b="1" dirty="0"/>
              <a:t>4 ) 5</a:t>
            </a:r>
            <a:r>
              <a:rPr lang="az-Latn-AZ" dirty="0"/>
              <a:t> 2 8 ), 5-dən bəri dəyişdirin &gt; 4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( 1 4 </a:t>
            </a:r>
            <a:r>
              <a:rPr lang="az-Latn-AZ" b="1" dirty="0"/>
              <a:t>5 2</a:t>
            </a:r>
            <a:r>
              <a:rPr lang="az-Latn-AZ" dirty="0"/>
              <a:t> 8 ) –&gt; ( 1 4 </a:t>
            </a:r>
            <a:r>
              <a:rPr lang="az-Latn-AZ" b="1" dirty="0"/>
              <a:t>2 5</a:t>
            </a:r>
            <a:r>
              <a:rPr lang="az-Latn-AZ" dirty="0"/>
              <a:t> 8 ), 5-dən bəri dəyişdirin &gt; 2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( 1 4 2 </a:t>
            </a:r>
            <a:r>
              <a:rPr lang="az-Latn-AZ" b="1" dirty="0"/>
              <a:t>5 8</a:t>
            </a:r>
            <a:r>
              <a:rPr lang="az-Latn-AZ" dirty="0"/>
              <a:t> ) –&gt; ( 1 4 2 </a:t>
            </a:r>
            <a:r>
              <a:rPr lang="az-Latn-AZ" b="1" dirty="0"/>
              <a:t>5 8 )</a:t>
            </a:r>
            <a:r>
              <a:rPr lang="az-Latn-AZ" dirty="0"/>
              <a:t>), İndi bu elementlər artıq qaydasında olduğundan (8 &gt; 5), alqoritm onları dəyişdirmir.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İkinci keçid:</a:t>
            </a:r>
            <a:r>
              <a:rPr lang="az-Latn-AZ" dirty="0"/>
              <a:t>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 </a:t>
            </a:r>
            <a:r>
              <a:rPr lang="az-Latn-AZ" b="1" dirty="0"/>
              <a:t>1 4</a:t>
            </a:r>
            <a:r>
              <a:rPr lang="az-Latn-AZ" dirty="0"/>
              <a:t> 2 5 8 ) –&gt; ( </a:t>
            </a:r>
            <a:r>
              <a:rPr lang="az-Latn-AZ" b="1" dirty="0"/>
              <a:t>1 4</a:t>
            </a:r>
            <a:r>
              <a:rPr lang="az-Latn-AZ" dirty="0"/>
              <a:t> 2 5 8 )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( 1 </a:t>
            </a:r>
            <a:r>
              <a:rPr lang="az-Latn-AZ" b="1" dirty="0"/>
              <a:t>4 2</a:t>
            </a:r>
            <a:r>
              <a:rPr lang="az-Latn-AZ" dirty="0"/>
              <a:t> 5 8 ) –&gt; ( 1 </a:t>
            </a:r>
            <a:r>
              <a:rPr lang="az-Latn-AZ" b="1" dirty="0"/>
              <a:t>2 4</a:t>
            </a:r>
            <a:r>
              <a:rPr lang="az-Latn-AZ" dirty="0"/>
              <a:t> 5 8 ), 4 &gt; 2-dən sonra dəyişdirin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( 1 2 </a:t>
            </a:r>
            <a:r>
              <a:rPr lang="az-Latn-AZ" b="1" dirty="0"/>
              <a:t>4 5</a:t>
            </a:r>
            <a:r>
              <a:rPr lang="az-Latn-AZ" dirty="0"/>
              <a:t> 8 ) –&gt; ( 1 2 </a:t>
            </a:r>
            <a:r>
              <a:rPr lang="az-Latn-AZ" b="1" dirty="0"/>
              <a:t>4 5</a:t>
            </a:r>
            <a:r>
              <a:rPr lang="az-Latn-AZ" dirty="0"/>
              <a:t> 8 )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( 1 2 4 </a:t>
            </a:r>
            <a:r>
              <a:rPr lang="az-Latn-AZ" b="1" dirty="0"/>
              <a:t>5 8</a:t>
            </a:r>
            <a:r>
              <a:rPr lang="az-Latn-AZ" dirty="0"/>
              <a:t> ) –&gt; ( 1 2 4 </a:t>
            </a:r>
            <a:r>
              <a:rPr lang="az-Latn-AZ" b="1" dirty="0"/>
              <a:t>5 8</a:t>
            </a:r>
            <a:r>
              <a:rPr lang="az-Latn-AZ" dirty="0"/>
              <a:t> )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İndi massiv artıq çeşidlənib, lakin alqoritmimiz onun tamamlanıb- tamamlanmadığını bilmir. Alqoritmin çeşidləndiyini bilmək üçün heç </a:t>
            </a:r>
            <a:r>
              <a:rPr lang="az-Latn-AZ" b="1" dirty="0"/>
              <a:t>bir dəyişdirmə olmadan bir tam</a:t>
            </a:r>
            <a:r>
              <a:rPr lang="az-Latn-AZ" dirty="0"/>
              <a:t> keçid lazımdır.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Üçüncü keçid:</a:t>
            </a:r>
            <a:r>
              <a:rPr lang="az-Latn-AZ" dirty="0"/>
              <a:t>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 </a:t>
            </a:r>
            <a:r>
              <a:rPr lang="az-Latn-AZ" b="1" dirty="0"/>
              <a:t>1 2</a:t>
            </a:r>
            <a:r>
              <a:rPr lang="az-Latn-AZ" dirty="0"/>
              <a:t> 4 5 8 ) –&gt; ( </a:t>
            </a:r>
            <a:r>
              <a:rPr lang="az-Latn-AZ" b="1" dirty="0"/>
              <a:t>1 2</a:t>
            </a:r>
            <a:r>
              <a:rPr lang="az-Latn-AZ" dirty="0"/>
              <a:t> 4 5 8 )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( 1 </a:t>
            </a:r>
            <a:r>
              <a:rPr lang="az-Latn-AZ" b="1" dirty="0"/>
              <a:t>2 4</a:t>
            </a:r>
            <a:r>
              <a:rPr lang="az-Latn-AZ" dirty="0"/>
              <a:t> 5 8 ) –&gt; ( 1 </a:t>
            </a:r>
            <a:r>
              <a:rPr lang="az-Latn-AZ" b="1" dirty="0"/>
              <a:t>2 4</a:t>
            </a:r>
            <a:r>
              <a:rPr lang="az-Latn-AZ" dirty="0"/>
              <a:t> 5 8 )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( 1 2 </a:t>
            </a:r>
            <a:r>
              <a:rPr lang="az-Latn-AZ" b="1" dirty="0"/>
              <a:t>4 5</a:t>
            </a:r>
            <a:r>
              <a:rPr lang="az-Latn-AZ" dirty="0"/>
              <a:t> 8 ) –&gt; ( 1 2 </a:t>
            </a:r>
            <a:r>
              <a:rPr lang="az-Latn-AZ" b="1" dirty="0"/>
              <a:t>4 5</a:t>
            </a:r>
            <a:r>
              <a:rPr lang="az-Latn-AZ" dirty="0"/>
              <a:t> 8 ) )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( 1 2 4 </a:t>
            </a:r>
            <a:r>
              <a:rPr lang="az-Latn-AZ" b="1" dirty="0"/>
              <a:t>5 8</a:t>
            </a:r>
            <a:r>
              <a:rPr lang="az-Latn-AZ" dirty="0"/>
              <a:t> ) –&gt; ( 1 2 4 </a:t>
            </a:r>
            <a:r>
              <a:rPr lang="az-Latn-AZ" b="1" dirty="0"/>
              <a:t>5 8</a:t>
            </a:r>
            <a:r>
              <a:rPr lang="az-Latn-AZ" dirty="0"/>
              <a:t> ) </a:t>
            </a:r>
            <a:endParaRPr lang="en-US" dirty="0" smtClean="0"/>
          </a:p>
          <a:p>
            <a:r>
              <a:rPr lang="az-Latn-AZ" b="1" dirty="0"/>
              <a:t>Ən pis və orta iş vaxtının mürəkkəbliyi:</a:t>
            </a:r>
            <a:r>
              <a:rPr lang="az-Latn-AZ" dirty="0"/>
              <a:t> O(n*n). Ən pis vəziyyət massiv tərs sıralandıqda baş verir.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Ən yaxşı iş vaxtı mürəkkəbliyi:</a:t>
            </a:r>
            <a:r>
              <a:rPr lang="az-Latn-AZ" dirty="0"/>
              <a:t> O(n). Ən yaxşı hal massiv artıq çeşidləndikdə baş verir.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Köməkçi boşluq:</a:t>
            </a:r>
            <a:r>
              <a:rPr lang="az-Latn-AZ" dirty="0"/>
              <a:t> O(1)</a:t>
            </a:r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393982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623" y="824704"/>
            <a:ext cx="6596137" cy="368371"/>
          </a:xfrm>
        </p:spPr>
        <p:txBody>
          <a:bodyPr>
            <a:normAutofit fontScale="90000"/>
          </a:bodyPr>
          <a:lstStyle/>
          <a:p>
            <a:r>
              <a:rPr lang="az-Latn-AZ" dirty="0"/>
              <a:t>Insertion Sort</a:t>
            </a:r>
            <a:br>
              <a:rPr lang="az-Latn-AZ" dirty="0"/>
            </a:br>
            <a:endParaRPr lang="az-Latn-A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1001486"/>
            <a:ext cx="9052560" cy="3387634"/>
          </a:xfrm>
        </p:spPr>
        <p:txBody>
          <a:bodyPr>
            <a:normAutofit lnSpcReduction="10000"/>
          </a:bodyPr>
          <a:lstStyle/>
          <a:p>
            <a:r>
              <a:rPr lang="az-Latn-AZ" dirty="0"/>
              <a:t>Daxiletmə çeşidi əlinizdə oyun kartlarını çeşidlədiyiniz üsula bənzər işləyən sadə çeşidləmə alqoritmidir. Massiv faktiki olaraq çeşidlənmiş və çeşidlənməmiş hissəyə bölünür. Çeşidlənməmiş hissədən dəyərlər seçilir və çeşidlənmiş hissədə düzgün mövqeyə yerləşdirilir.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Alqoritm</a:t>
            </a:r>
            <a:r>
              <a:rPr lang="az-Latn-AZ" dirty="0"/>
              <a:t>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Ölçüsü n olan massivi artan qaydada çeşidləmək üçün: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1: massiv üzərində arr[1]-dən arr[n]-ə qədər təkrarlayın.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2: Cari elementi (açar) sələfi ilə müqayisə edin.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3: Əsas element sələfindən kiçikdirsə, onu əvvəlki elementlərlə müqayisə edin. Dəyişdirilən element üçün yer açmaq üçün daha böyük elementləri bir mövqe yuxarı sürüşdürün</a:t>
            </a:r>
            <a:r>
              <a:rPr lang="az-Latn-AZ" dirty="0" smtClean="0"/>
              <a:t>.</a:t>
            </a:r>
            <a:endParaRPr lang="en-US" dirty="0" smtClean="0"/>
          </a:p>
          <a:p>
            <a:r>
              <a:rPr lang="az-Latn-AZ" b="1" dirty="0"/>
              <a:t>Zaman Mürəkkəbliyi:</a:t>
            </a:r>
            <a:r>
              <a:rPr lang="az-Latn-AZ" dirty="0"/>
              <a:t> O(n^2) </a:t>
            </a:r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271863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82002" y="917011"/>
            <a:ext cx="9083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az-Latn-AZ" b="1" dirty="0"/>
              <a:t>12</a:t>
            </a:r>
            <a:r>
              <a:rPr lang="az-Latn-AZ" dirty="0"/>
              <a:t> , 11, 13, 5, 6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i = 1 (massilin ikinci elementi) ilə 4 (massilin sonuncu elementi) i = 1 üçün döngə edək.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11 12-dən kiçik olduğundan, 12-ni köçürün və daxil edin 12- dən əvvəl 11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11, 12</a:t>
            </a:r>
            <a:r>
              <a:rPr lang="az-Latn-AZ" dirty="0"/>
              <a:t> , 13, 5, 6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i = 2. A[0..I-1]-dəki bütün elementlər 13-dən kiçik olduğundan 13 öz mövqeyində qalacaq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11, 12, 13</a:t>
            </a:r>
            <a:r>
              <a:rPr lang="az-Latn-AZ" dirty="0"/>
              <a:t> , 5, 6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i = 3. 5 başlanğıca keçəcək və 11-dən 13-ə qədər olan bütün digər elementlər cari mövqelərindən bir mövqe irəliləyəcək.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5, 11, 12, 13</a:t>
            </a:r>
            <a:r>
              <a:rPr lang="az-Latn-AZ" dirty="0"/>
              <a:t> , 6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dirty="0"/>
              <a:t>i = 4. 6 5-dən sonra mövqeyə keçəcək və 11-dən 13-ə qədər olan elementlər cari mövqelərindən bir mövqe irəliləyəcək. </a:t>
            </a:r>
            <a:r>
              <a:rPr lang="az-Latn-AZ" dirty="0"/>
              <a:t/>
            </a:r>
            <a:br>
              <a:rPr lang="az-Latn-AZ" dirty="0"/>
            </a:br>
            <a:r>
              <a:rPr lang="az-Latn-AZ" b="1" dirty="0"/>
              <a:t>5, 6, 11, 12, 13 </a:t>
            </a:r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1222694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049" y="2611804"/>
            <a:ext cx="8142515" cy="3440654"/>
          </a:xfrm>
        </p:spPr>
        <p:txBody>
          <a:bodyPr/>
          <a:lstStyle/>
          <a:p>
            <a:r>
              <a:rPr lang="az-Latn-AZ" dirty="0"/>
              <a:t> Merge Sort da </a:t>
            </a:r>
            <a:r>
              <a:rPr lang="az-Latn-AZ" u="sng" dirty="0">
                <a:hlinkClick r:id="rId2"/>
              </a:rPr>
              <a:t>Böl və Fəth</a:t>
            </a:r>
            <a:r>
              <a:rPr lang="az-Latn-AZ" dirty="0"/>
              <a:t> alqoritmidir. O, giriş massivini iki yarıya bölür, özünü iki yarıya çağırır və sonra iki çeşidlənmiş yarını birləşdirir. </a:t>
            </a:r>
            <a:r>
              <a:rPr lang="az-Latn-AZ" b="1" dirty="0"/>
              <a:t>merge() funksiyası</a:t>
            </a:r>
            <a:r>
              <a:rPr lang="az-Latn-AZ" dirty="0"/>
              <a:t> iki yarını birləşdirmək üçün istifadə olunur. Birləşmə(arr, l, m, r) arr[l..m] və arr[m+1..r]-nin çeşidləndiyini güman edən və iki çeşidlənmiş alt massivi bir yerə birləşdirən əsas prosesdir</a:t>
            </a:r>
            <a:r>
              <a:rPr lang="az-Latn-AZ" dirty="0" smtClean="0"/>
              <a:t>.</a:t>
            </a:r>
            <a:endParaRPr lang="en-US" dirty="0" smtClean="0"/>
          </a:p>
          <a:p>
            <a:r>
              <a:rPr lang="az-Latn-A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Merge Sort, əlaqəli siyahıları O(nLogn) vaxtında çeşidləmək üçün faydalıdır</a:t>
            </a:r>
            <a:r>
              <a:rPr lang="az-Latn-A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az-Latn-AZ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71994" y="1710898"/>
            <a:ext cx="4678680" cy="466246"/>
          </a:xfrm>
        </p:spPr>
        <p:txBody>
          <a:bodyPr/>
          <a:lstStyle/>
          <a:p>
            <a:r>
              <a:rPr lang="az-Latn-AZ" dirty="0"/>
              <a:t>Merge Sort</a:t>
            </a:r>
            <a:br>
              <a:rPr lang="az-Latn-AZ" dirty="0"/>
            </a:br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3610452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0468" y="918319"/>
            <a:ext cx="4633220" cy="4460786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334999" y="1246603"/>
            <a:ext cx="5221070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az-Latn-AZ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kumimoji="0" lang="az-Latn-AZ" altLang="az-Latn-AZ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Massivi iki yarıya bölmək üçün orta nöqtəni tapın: orta m = l+ (rl)/2 </a:t>
            </a:r>
            <a:endParaRPr kumimoji="0" lang="en-US" altLang="az-Latn-AZ" b="1" i="0" u="none" strike="noStrike" cap="none" normalizeH="0" baseline="0" dirty="0" smtClean="0">
              <a:ln>
                <a:noFill/>
              </a:ln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z-Latn-AZ" altLang="az-Latn-AZ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2. Birinci yarım üçün mergeSort-a zəng edin: Zəng mergeSort(arr, l, m)</a:t>
            </a:r>
            <a:endParaRPr kumimoji="0" lang="en-US" altLang="az-Latn-AZ" b="1" i="0" u="none" strike="noStrike" cap="none" normalizeH="0" baseline="0" dirty="0" smtClean="0">
              <a:ln>
                <a:noFill/>
              </a:ln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z-Latn-AZ" altLang="az-Latn-AZ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3. İkinci yarı üçün mergeSort-a zəng edin: Zəng birləşməsiSort(arr, m+1, r)</a:t>
            </a:r>
            <a:endParaRPr lang="en-US" altLang="az-Latn-AZ" b="1" dirty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z-Latn-AZ" altLang="az-Latn-AZ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4. 2 və 3-cü addımda çeşidlənmiş iki yarını birləşdirin: Zəng birləşməsi (arr, l, m, r)</a:t>
            </a:r>
            <a:r>
              <a:rPr kumimoji="0" lang="az-Latn-AZ" altLang="az-Latn-AZ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az-Latn-AZ" altLang="az-Latn-AZ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747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789432"/>
            <a:ext cx="4512346" cy="691025"/>
          </a:xfrm>
        </p:spPr>
        <p:txBody>
          <a:bodyPr>
            <a:normAutofit fontScale="90000"/>
          </a:bodyPr>
          <a:lstStyle/>
          <a:p>
            <a:r>
              <a:rPr lang="az-Latn-AZ" b="1" dirty="0"/>
              <a:t>QuickSort</a:t>
            </a:r>
            <a:br>
              <a:rPr lang="az-Latn-AZ" b="1" dirty="0"/>
            </a:br>
            <a:endParaRPr lang="az-Latn-A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384663"/>
            <a:ext cx="10058400" cy="4787537"/>
          </a:xfrm>
        </p:spPr>
        <p:txBody>
          <a:bodyPr/>
          <a:lstStyle/>
          <a:p>
            <a:r>
              <a:rPr lang="az-Latn-AZ" u="sng" dirty="0">
                <a:hlinkClick r:id="rId2"/>
              </a:rPr>
              <a:t>Merge Sort</a:t>
            </a:r>
            <a:r>
              <a:rPr lang="az-Latn-AZ" dirty="0"/>
              <a:t> kimi , QuickSort da Böl və Fəth et alqoritmidir. O, elementi pivot kimi seçir və verilmiş massivi seçilmiş pivotun ətrafında bölür. QuickSort-un müxtəlif yollarla pivotu seçən çoxlu müxtəlif versiyaları var. </a:t>
            </a:r>
            <a:endParaRPr lang="en-US" dirty="0" smtClean="0"/>
          </a:p>
          <a:p>
            <a:pPr fontAlgn="base"/>
            <a:r>
              <a:rPr lang="en-US" dirty="0" smtClean="0"/>
              <a:t>1.</a:t>
            </a:r>
            <a:r>
              <a:rPr lang="az-Latn-AZ" dirty="0" smtClean="0"/>
              <a:t>Həmişə </a:t>
            </a:r>
            <a:r>
              <a:rPr lang="az-Latn-AZ" dirty="0"/>
              <a:t>pivot kimi ilk elementi seçin.</a:t>
            </a:r>
          </a:p>
          <a:p>
            <a:pPr fontAlgn="base"/>
            <a:r>
              <a:rPr lang="en-US" dirty="0" smtClean="0"/>
              <a:t>2.</a:t>
            </a:r>
            <a:r>
              <a:rPr lang="az-Latn-AZ" dirty="0" smtClean="0"/>
              <a:t>Həmişə </a:t>
            </a:r>
            <a:r>
              <a:rPr lang="az-Latn-AZ" dirty="0"/>
              <a:t>son elementi pivot kimi seçin (aşağıda həyata keçirilir)</a:t>
            </a:r>
          </a:p>
          <a:p>
            <a:pPr fontAlgn="base"/>
            <a:r>
              <a:rPr lang="en-US" dirty="0" smtClean="0"/>
              <a:t>3.</a:t>
            </a:r>
            <a:r>
              <a:rPr lang="az-Latn-AZ" dirty="0" smtClean="0"/>
              <a:t>Pivot </a:t>
            </a:r>
            <a:r>
              <a:rPr lang="az-Latn-AZ" dirty="0"/>
              <a:t>olaraq təsadüfi bir element seçin.</a:t>
            </a:r>
          </a:p>
          <a:p>
            <a:pPr fontAlgn="base"/>
            <a:r>
              <a:rPr lang="en-US" dirty="0" smtClean="0"/>
              <a:t>4.</a:t>
            </a:r>
            <a:r>
              <a:rPr lang="az-Latn-AZ" dirty="0" smtClean="0"/>
              <a:t>Medianı </a:t>
            </a:r>
            <a:r>
              <a:rPr lang="az-Latn-AZ" dirty="0"/>
              <a:t>pivot olaraq seçin</a:t>
            </a:r>
            <a:r>
              <a:rPr lang="az-Latn-AZ" dirty="0" smtClean="0"/>
              <a:t>.</a:t>
            </a:r>
            <a:endParaRPr lang="en-US" dirty="0" smtClean="0"/>
          </a:p>
          <a:p>
            <a:pPr fontAlgn="base"/>
            <a:r>
              <a:rPr lang="az-Latn-AZ" dirty="0"/>
              <a:t>QuickSort-da əsas proses bölmədir (). Bölmələrin hədəfi, bir massiv və massivin x elementi pivot olaraq verildikdə, çeşidlənmiş massivdə x-i düzgün yerinə qoyun və bütün kiçik elementləri (x-dən kiçik) x-dən əvvəl qoyun və bütün böyük elementləri (x-dən böyük) sonra qoyun. x. Bütün bunlar xətti vaxtda edilməlidir</a:t>
            </a:r>
            <a:r>
              <a:rPr lang="az-Latn-AZ" dirty="0" smtClean="0"/>
              <a:t>.</a:t>
            </a:r>
            <a:endParaRPr lang="en-US" dirty="0" smtClean="0"/>
          </a:p>
          <a:p>
            <a:pPr marL="0" indent="0" fontAlgn="base">
              <a:buNone/>
            </a:pPr>
            <a:endParaRPr lang="en-US" dirty="0" smtClean="0"/>
          </a:p>
          <a:p>
            <a:pPr fontAlgn="base"/>
            <a:endParaRPr lang="az-Latn-AZ" dirty="0"/>
          </a:p>
          <a:p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9687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z-Latn-AZ" dirty="0"/>
              <a:t>Bölmə alqoritmi</a:t>
            </a:r>
            <a:r>
              <a:rPr lang="az-Latn-AZ" b="0" dirty="0"/>
              <a:t> </a:t>
            </a:r>
            <a:endParaRPr lang="az-Latn-AZ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az-Latn-AZ" dirty="0"/>
              <a:t>Məntiq sadədir, biz ən sol elementdən başlayırıq və daha kiçik (və ya bərabər) elementlərin indeksini i kimi izləyirik. Kəsmə zamanı daha kiçik element tapsaq, cari elementi arr[i] ilə əvəz edirik. Əks halda, cari elementə məhəl qoymuruq. </a:t>
            </a:r>
            <a:endParaRPr lang="az-Latn-AZ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821681" y="2368296"/>
            <a:ext cx="5763300" cy="335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Thanks for watching</a:t>
            </a:r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14738623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29</TotalTime>
  <Words>1162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Consolas</vt:lpstr>
      <vt:lpstr>Rockwell</vt:lpstr>
      <vt:lpstr>Rockwell Condensed</vt:lpstr>
      <vt:lpstr>Wingdings</vt:lpstr>
      <vt:lpstr>Wood Type</vt:lpstr>
      <vt:lpstr>Sorting algorithms</vt:lpstr>
      <vt:lpstr>Selection Sort </vt:lpstr>
      <vt:lpstr>Bubble Sort</vt:lpstr>
      <vt:lpstr>Insertion Sort </vt:lpstr>
      <vt:lpstr>PowerPoint Presentation</vt:lpstr>
      <vt:lpstr>Merge Sort </vt:lpstr>
      <vt:lpstr>PowerPoint Presentation</vt:lpstr>
      <vt:lpstr>QuickSort </vt:lpstr>
      <vt:lpstr>PowerPoint Presentation</vt:lpstr>
      <vt:lpstr>Thanks for watching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algorithms</dc:title>
  <dc:creator>Ayten Zeynalova</dc:creator>
  <cp:lastModifiedBy>Ayten Zeynalova</cp:lastModifiedBy>
  <cp:revision>4</cp:revision>
  <dcterms:created xsi:type="dcterms:W3CDTF">2022-03-11T06:59:52Z</dcterms:created>
  <dcterms:modified xsi:type="dcterms:W3CDTF">2022-03-11T07:28:58Z</dcterms:modified>
</cp:coreProperties>
</file>